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Diabetic Retinopathy Detection</a:t>
            </a:r>
          </a:p>
          <a:p>
            <a:r>
              <a:t>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BTech CSE Project</a:t>
            </a:r>
          </a:p>
          <a:p>
            <a:r>
              <a:t>Presenter: Pratyush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Diabetic Retinopathy (DR) is a diabetes-related eye disease</a:t>
            </a:r>
          </a:p>
          <a:p>
            <a:r>
              <a:t>It can cause vision loss if not detected early</a:t>
            </a:r>
          </a:p>
          <a:p>
            <a:r>
              <a:t>Manual screening is time-consuming and costly</a:t>
            </a:r>
          </a:p>
          <a:p>
            <a:r>
              <a:t>Deep Learning helps automate DR detection from retinal 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stages of DR are difficult to detect manually</a:t>
            </a:r>
          </a:p>
          <a:p>
            <a:r>
              <a:t>Large number of retinal images to be screened</a:t>
            </a:r>
          </a:p>
          <a:p>
            <a:r>
              <a:t>Need for an automated and reliable DR detection system</a:t>
            </a:r>
          </a:p>
          <a:p>
            <a:r>
              <a:t>Goal: classify retinal images into DR severity levels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EyePACS 2015 dataset</a:t>
            </a:r>
          </a:p>
          <a:p>
            <a:r>
              <a:t>APTOS 2019 dataset</a:t>
            </a:r>
          </a:p>
          <a:p>
            <a:r>
              <a:t>Retinal fundus images</a:t>
            </a:r>
          </a:p>
          <a:p>
            <a:r>
              <a:t>5 classes: No DR, Mild, Moderate, Severe, Proliferative DR</a:t>
            </a:r>
          </a:p>
          <a:p>
            <a:r>
              <a:t>Highly imbalanced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resizing to 224×224</a:t>
            </a:r>
          </a:p>
          <a:p>
            <a:r>
              <a:t>Pixel normalization (rescale 1/255)</a:t>
            </a:r>
          </a:p>
          <a:p>
            <a:r>
              <a:t>Label encoding</a:t>
            </a:r>
          </a:p>
          <a:p>
            <a:r>
              <a:t>Train-validation split (80% – 20%)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rotation</a:t>
            </a:r>
          </a:p>
          <a:p>
            <a:r>
              <a:t>Width and height shift</a:t>
            </a:r>
          </a:p>
          <a:p>
            <a:r>
              <a:t>Zooming</a:t>
            </a:r>
          </a:p>
          <a:p>
            <a:r>
              <a:t>Horizontal flipping</a:t>
            </a:r>
          </a:p>
          <a:p>
            <a:r>
              <a:t>Brightness adjustment</a:t>
            </a:r>
          </a:p>
          <a:p>
            <a:r>
              <a:t>Helps reduce overfitting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Pretrained Inception-ResNet-V2 model</a:t>
            </a:r>
          </a:p>
          <a:p>
            <a:r>
              <a:t>ImageNet weights used</a:t>
            </a:r>
          </a:p>
          <a:p>
            <a:r>
              <a:t>Backbone initially frozen</a:t>
            </a:r>
          </a:p>
          <a:p>
            <a:r>
              <a:t>Custom classification head added</a:t>
            </a:r>
          </a:p>
          <a:p>
            <a:r>
              <a:t>Global Average Pooling + Dense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1: Train only classifier head</a:t>
            </a:r>
          </a:p>
          <a:p>
            <a:r>
              <a:t>Stage 2: Fine-tune last layers of backbone</a:t>
            </a:r>
          </a:p>
          <a:p>
            <a:r>
              <a:t>Low learning rate during fine-tuning</a:t>
            </a:r>
          </a:p>
          <a:p>
            <a:r>
              <a:t>Class weights used to handle imbalance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Adam optimizer</a:t>
            </a:r>
          </a:p>
          <a:p>
            <a:r>
              <a:t>Weight decay (L2 regularization)</a:t>
            </a:r>
          </a:p>
          <a:p>
            <a:r>
              <a:t>Dropout for regularization</a:t>
            </a:r>
          </a:p>
          <a:p>
            <a:r>
              <a:t>ReduceLROnPlateau learning rate scheduler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accuracy ~60–62%</a:t>
            </a:r>
          </a:p>
          <a:p>
            <a:r>
              <a:t>Significant improvement over random guessing</a:t>
            </a:r>
          </a:p>
          <a:p>
            <a:r>
              <a:t>Better detection of severe DR cases</a:t>
            </a:r>
          </a:p>
          <a:p>
            <a:r>
              <a:t>Stable training without overfitting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imbalance in dataset</a:t>
            </a:r>
          </a:p>
          <a:p>
            <a:r>
              <a:t>Visual similarity between DR stages</a:t>
            </a:r>
          </a:p>
          <a:p>
            <a:r>
              <a:t>Limited availability of pretrained medical data</a:t>
            </a:r>
          </a:p>
          <a:p>
            <a:r>
              <a:t>High computational requirements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can effectively assist DR detection</a:t>
            </a:r>
          </a:p>
          <a:p>
            <a:r>
              <a:t>Transfer learning improved performance</a:t>
            </a:r>
          </a:p>
          <a:p>
            <a:r>
              <a:t>Model shows promising results for real-world use</a:t>
            </a:r>
          </a:p>
          <a:p>
            <a:r>
              <a:t>Can help doctors in early diagnosis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accuracy using more data</a:t>
            </a:r>
          </a:p>
          <a:p>
            <a:r>
              <a:t>Use lesion-level detection (YOLO / Grad-CAM)</a:t>
            </a:r>
          </a:p>
          <a:p>
            <a:r>
              <a:t>Convert to 3-class classification for better performance</a:t>
            </a:r>
          </a:p>
          <a:p>
            <a:r>
              <a:t>Deploy as a web or mobile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